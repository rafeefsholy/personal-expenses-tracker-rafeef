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32588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WEEK 6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943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23262F"/>
                </a:solidFill>
              </a:defRPr>
            </a:pPr>
            <a:r>
              <a:t>Personal Expense</a:t>
            </a:r>
            <a:br/>
            <a:r>
              <a:t>Tracker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36978"/>
                </a:solidFill>
              </a:defRPr>
            </a:pPr>
            <a:r>
              <a:t>A local MCP server for adding, reviewing, updating, deleting,</a:t>
            </a:r>
            <a:br/>
            <a:r>
              <a:t>and summarizing personal expenses.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23444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8120" y="1874519"/>
            <a:ext cx="2194560" cy="50292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651760"/>
            <a:ext cx="1463040" cy="50292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3429000"/>
            <a:ext cx="2560320" cy="50292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4389120"/>
            <a:ext cx="292608" cy="50292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3977639"/>
            <a:ext cx="292608" cy="914400"/>
          </a:xfrm>
          <a:prstGeom prst="rect">
            <a:avLst/>
          </a:prstGeom>
          <a:solidFill>
            <a:srgbClr val="4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19" y="4206240"/>
            <a:ext cx="292608" cy="68580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3657599"/>
            <a:ext cx="292608" cy="1234440"/>
          </a:xfrm>
          <a:prstGeom prst="rect">
            <a:avLst/>
          </a:prstGeom>
          <a:solidFill>
            <a:srgbClr val="4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983480"/>
            <a:ext cx="1828800" cy="347472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3–5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1/5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4023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62F"/>
                </a:solidFill>
              </a:defRPr>
            </a:pPr>
            <a:r>
              <a:t>Rafeef Sholy — Computer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The problem → a focused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Why we built the Personal Expense Tracker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83080"/>
            <a:ext cx="114300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62F"/>
                </a:solidFill>
              </a:defRPr>
            </a:pPr>
            <a:r>
              <a:t>• Expense records can be scattered across notes and messages.</a:t>
            </a:r>
          </a:p>
          <a:p>
            <a:pPr>
              <a:spcAft>
                <a:spcPts val="1000"/>
              </a:spcAft>
              <a:defRPr sz="1500">
                <a:solidFill>
                  <a:srgbClr val="23262F"/>
                </a:solidFill>
              </a:defRPr>
            </a:pPr>
            <a:r>
              <a:t>• Finding a specific expense or calculating totals manually is slow.</a:t>
            </a:r>
          </a:p>
          <a:p>
            <a:pPr>
              <a:spcAft>
                <a:spcPts val="1000"/>
              </a:spcAft>
              <a:defRPr sz="1500">
                <a:solidFill>
                  <a:srgbClr val="23262F"/>
                </a:solidFill>
              </a:defRPr>
            </a:pPr>
            <a:r>
              <a:t>• An AI client should not receive unlimited access to files, commands, or the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83080"/>
            <a:ext cx="1234440" cy="347472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 b="0">
                <a:solidFill>
                  <a:srgbClr val="23262F"/>
                </a:solidFill>
              </a:defRPr>
            </a:pPr>
            <a:r>
              <a:t>• Five focused MCP tools handle the core expense actions:</a:t>
            </a:r>
          </a:p>
          <a:p>
            <a:pPr>
              <a:spcAft>
                <a:spcPts val="700"/>
              </a:spcAft>
              <a:defRPr sz="1320" b="1">
                <a:solidFill>
                  <a:srgbClr val="6F4CFF"/>
                </a:solidFill>
              </a:defRPr>
            </a:pPr>
            <a:r>
              <a:t>   add_expense • list_expenses • get_spending_summary</a:t>
            </a:r>
          </a:p>
          <a:p>
            <a:pPr>
              <a:spcAft>
                <a:spcPts val="700"/>
              </a:spcAft>
              <a:defRPr sz="1320" b="1">
                <a:solidFill>
                  <a:srgbClr val="6F4CFF"/>
                </a:solidFill>
              </a:defRPr>
            </a:pPr>
            <a:r>
              <a:t>   update_expense • delete_expense</a:t>
            </a:r>
          </a:p>
          <a:p>
            <a:pPr>
              <a:spcAft>
                <a:spcPts val="700"/>
              </a:spcAft>
              <a:defRPr sz="1420" b="0">
                <a:solidFill>
                  <a:srgbClr val="23262F"/>
                </a:solidFill>
              </a:defRPr>
            </a:pPr>
            <a:r>
              <a:t>• Inputs are validated before the expense logic runs.</a:t>
            </a:r>
          </a:p>
          <a:p>
            <a:pPr>
              <a:spcAft>
                <a:spcPts val="700"/>
              </a:spcAft>
              <a:defRPr sz="1420" b="0">
                <a:solidFill>
                  <a:srgbClr val="23262F"/>
                </a:solidFill>
              </a:defRPr>
            </a:pPr>
            <a:r>
              <a:t>• Data stays in one fixed local file: data/expenses.csv.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182880"/>
            <a:ext cx="1463040" cy="1463040"/>
          </a:xfrm>
          <a:prstGeom prst="ellipse">
            <a:avLst/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" y="6080760"/>
            <a:ext cx="1234440" cy="1234440"/>
          </a:xfrm>
          <a:prstGeom prst="ellipse">
            <a:avLst/>
          </a:prstGeom>
          <a:solidFill>
            <a:srgbClr val="E2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1417320" cy="347472"/>
          </a:xfrm>
          <a:prstGeom prst="roundRect">
            <a:avLst/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34"/>
                </a:solidFill>
              </a:defRPr>
            </a:pPr>
            <a:r>
              <a:t>MY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394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4"/>
                </a:solidFill>
              </a:defRPr>
            </a:pPr>
            <a:r>
              <a:t>Spending Summary — My Project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4617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16052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B4CFF"/>
                </a:solidFill>
              </a:defRPr>
            </a:pPr>
            <a:r>
              <a:rPr sz="1400">
                <a:solidFill>
                  <a:srgbClr val="232634"/>
                </a:solidFill>
              </a:rPr>
              <a:t>I focused on get_spending_summary.</a:t>
            </a:r>
          </a:p>
          <a:p>
            <a:pPr>
              <a:spcBef>
                <a:spcPts val="1000"/>
              </a:spcBef>
              <a:defRPr sz="1400">
                <a:solidFill>
                  <a:srgbClr val="232634"/>
                </a:solidFill>
              </a:defRPr>
            </a:pPr>
            <a:r>
              <a:rPr sz="1400">
                <a:solidFill>
                  <a:srgbClr val="232634"/>
                </a:solidFill>
              </a:rPr>
              <a:t>• Connected the MCP tool to the real local expense data.</a:t>
            </a:r>
          </a:p>
          <a:p>
            <a:pPr>
              <a:spcBef>
                <a:spcPts val="1000"/>
              </a:spcBef>
              <a:defRPr sz="1400">
                <a:solidFill>
                  <a:srgbClr val="232634"/>
                </a:solidFill>
              </a:defRPr>
            </a:pPr>
            <a:r>
              <a:rPr sz="1400">
                <a:solidFill>
                  <a:srgbClr val="232634"/>
                </a:solidFill>
              </a:rPr>
              <a:t>• Calculated monthly total amount, expense count,</a:t>
            </a:r>
            <a:br/>
            <a:r>
              <a:rPr sz="1400">
                <a:solidFill>
                  <a:srgbClr val="232634"/>
                </a:solidFill>
              </a:rPr>
              <a:t>and totals grouped by category.</a:t>
            </a:r>
          </a:p>
          <a:p>
            <a:pPr>
              <a:spcBef>
                <a:spcPts val="1000"/>
              </a:spcBef>
              <a:defRPr sz="1400">
                <a:solidFill>
                  <a:srgbClr val="232634"/>
                </a:solidFill>
              </a:defRPr>
            </a:pPr>
            <a:r>
              <a:rPr sz="1400">
                <a:solidFill>
                  <a:srgbClr val="232634"/>
                </a:solidFill>
              </a:rPr>
              <a:t>• Validated the tool input and verified the structured output.</a:t>
            </a:r>
          </a:p>
          <a:p>
            <a:pPr>
              <a:spcBef>
                <a:spcPts val="1000"/>
              </a:spcBef>
              <a:defRPr sz="1400">
                <a:solidFill>
                  <a:srgbClr val="232634"/>
                </a:solidFill>
              </a:defRPr>
            </a:pPr>
            <a:r>
              <a:rPr sz="1400">
                <a:solidFill>
                  <a:srgbClr val="232634"/>
                </a:solidFill>
              </a:rPr>
              <a:t>• Tested the complete flow in MCP Inspector using</a:t>
            </a:r>
            <a:br/>
            <a:r>
              <a:rPr sz="1400">
                <a:solidFill>
                  <a:srgbClr val="232634"/>
                </a:solidFill>
              </a:rPr>
              <a:t>August 2026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4251960" cy="438912"/>
          </a:xfrm>
          <a:prstGeom prst="roundRect">
            <a:avLst/>
          </a:prstGeom>
          <a:solidFill>
            <a:srgbClr val="E2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634"/>
                </a:solidFill>
              </a:defRPr>
            </a:pPr>
            <a:r>
              <a:t>Verified result: $165 total • 3 expenses • category totals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325880"/>
            <a:ext cx="2788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D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88152" y="1463039"/>
            <a:ext cx="1234440" cy="310896"/>
          </a:xfrm>
          <a:prstGeom prst="roundRect">
            <a:avLst/>
          </a:prstGeom>
          <a:solidFill>
            <a:srgbClr val="6B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TOOL INPUT</a:t>
            </a:r>
          </a:p>
        </p:txBody>
      </p:sp>
      <p:pic>
        <p:nvPicPr>
          <p:cNvPr id="11" name="Picture 10" descr="Screenshot 2026-08-25 at 5.11.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777731"/>
            <a:ext cx="2468879" cy="182374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41080" y="1325880"/>
            <a:ext cx="2788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D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05672" y="1463039"/>
            <a:ext cx="1234440" cy="310896"/>
          </a:xfrm>
          <a:prstGeom prst="roundRect">
            <a:avLst/>
          </a:prstGeom>
          <a:solidFill>
            <a:srgbClr val="48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REAL RESULT</a:t>
            </a:r>
          </a:p>
        </p:txBody>
      </p:sp>
      <p:pic>
        <p:nvPicPr>
          <p:cNvPr id="14" name="Picture 13" descr="Screenshot 2026-08-25 at 5.11.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583602"/>
            <a:ext cx="2468879" cy="22120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0" y="580644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C657B"/>
                </a:solidFill>
              </a:defRPr>
            </a:pPr>
            <a:r>
              <a:t>MCP Inspector proof: get_spending_summary executed successfully on local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57B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Live demo: exactly two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The live section shows one core write action and the spending-summary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156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5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add_expense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74519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list_expenses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74519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get_spending_summary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update_expense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560320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delete_expense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7452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685032"/>
            <a:ext cx="105156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PROMPT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666744"/>
            <a:ext cx="5577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62F"/>
                </a:solidFill>
              </a:defRPr>
            </a:pPr>
            <a:r>
              <a:t>Add a $25 groceries expense for milk and bread on August 16, 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7452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73752"/>
            <a:ext cx="1051560" cy="347472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PROMPT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855464"/>
            <a:ext cx="5577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62F"/>
                </a:solidFill>
              </a:defRPr>
            </a:pPr>
            <a:r>
              <a:t>Show my spending summary for August 2026.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520440"/>
            <a:ext cx="2743200" cy="210312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62F"/>
                </a:solidFill>
              </a:defRPr>
            </a:pPr>
            <a:r>
              <a:t>Backup prompt</a:t>
            </a:r>
          </a:p>
          <a:p>
            <a:pPr>
              <a:spcBef>
                <a:spcPts val="1000"/>
              </a:spcBef>
              <a:defRPr sz="1250">
                <a:solidFill>
                  <a:srgbClr val="23262F"/>
                </a:solidFill>
              </a:defRPr>
            </a:pPr>
            <a:r>
              <a:t>Summarize August 2026 spending and show the category with the highest total.</a:t>
            </a:r>
          </a:p>
          <a:p>
            <a:pPr>
              <a:spcBef>
                <a:spcPts val="1200"/>
              </a:spcBef>
              <a:defRPr sz="1100" b="1">
                <a:solidFill>
                  <a:srgbClr val="6F4CFF"/>
                </a:solidFill>
              </a:defRPr>
            </a:pPr>
            <a:r>
              <a:t>Tool: get_spending_summary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4/5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5230368"/>
            <a:ext cx="1325880" cy="25603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F4CFF"/>
                </a:solidFill>
              </a:defRPr>
            </a:pPr>
            <a:r>
              <a:t>MY FEATURE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Next steps &amp; demo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Future improvements after the complete project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19"/>
            <a:ext cx="502920" cy="5029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2F"/>
                </a:solidFill>
              </a:defRPr>
            </a:pPr>
            <a:r>
              <a:t>Encrypted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Optional backup while keeping the local-first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874519"/>
            <a:ext cx="502920" cy="502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4203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2F"/>
                </a:solidFill>
              </a:defRPr>
            </a:pPr>
            <a:r>
              <a:t>Better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9923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Clearer spending charts and summaries for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874519"/>
            <a:ext cx="502920" cy="5029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4203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2F"/>
                </a:solidFill>
              </a:defRPr>
            </a:pPr>
            <a:r>
              <a:t>Safe CSV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9923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Preview and validate imported data before writing.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114300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634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2F"/>
                </a:solidFill>
              </a:defRPr>
            </a:pPr>
            <a:r>
              <a:t>Takeaway: focused MCP tools + strict validation + safe local storage + bounded permissions.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5852160"/>
            <a:ext cx="288036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READY FOR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