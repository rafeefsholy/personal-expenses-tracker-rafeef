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c3370681404ddf" /><Relationship Type="http://schemas.openxmlformats.org/officeDocument/2006/relationships/extended-properties" Target="/docProps/app.xml" Id="R80f70466140740cf" /><Relationship Type="http://schemas.openxmlformats.org/officeDocument/2006/relationships/officeDocument" Target="/ppt/presentation.xml" Id="R8e4b192eba7e4d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6d077696fd44aa"/>
  </p:sldMasterIdLst>
  <p:notesMasterIdLst>
    <p:notesMasterId xmlns:r="http://schemas.openxmlformats.org/officeDocument/2006/relationships" r:id="R7568676af97347e7"/>
  </p:notesMasterIdLst>
  <p:sldIdLst>
    <p:sldId xmlns:r="http://schemas.openxmlformats.org/officeDocument/2006/relationships" id="256" r:id="Rf66c38ba4f11436b"/>
    <p:sldId xmlns:r="http://schemas.openxmlformats.org/officeDocument/2006/relationships" id="257" r:id="R940d80c71c5446b9"/>
    <p:sldId xmlns:r="http://schemas.openxmlformats.org/officeDocument/2006/relationships" id="258" r:id="Rd177c1dd7fdb4ad2"/>
    <p:sldId xmlns:r="http://schemas.openxmlformats.org/officeDocument/2006/relationships" id="259" r:id="R6fae775e47fb4b69"/>
    <p:sldId xmlns:r="http://schemas.openxmlformats.org/officeDocument/2006/relationships" id="260" r:id="Rb2ec581455444b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822c8cd0644138" /><Relationship Type="http://schemas.openxmlformats.org/officeDocument/2006/relationships/slideMaster" Target="/ppt/slideMasters/slideMaster1.xml" Id="R086d077696fd44aa" /><Relationship Type="http://schemas.openxmlformats.org/officeDocument/2006/relationships/notesMaster" Target="/ppt/notesMasters/notesMaster1.xml" Id="R7568676af97347e7" /><Relationship Type="http://schemas.openxmlformats.org/officeDocument/2006/relationships/presProps" Target="/ppt/presProps.xml" Id="Ra589aa43d7b14f3a" /><Relationship Type="http://schemas.openxmlformats.org/officeDocument/2006/relationships/tableStyles" Target="/ppt/tableStyles.xml" Id="R687b6d79f8934d09" /><Relationship Type="http://schemas.openxmlformats.org/officeDocument/2006/relationships/slide" Target="/ppt/slides/slide1.xml" Id="Rf66c38ba4f11436b" /><Relationship Type="http://schemas.openxmlformats.org/officeDocument/2006/relationships/slide" Target="/ppt/slides/slide2.xml" Id="R940d80c71c5446b9" /><Relationship Type="http://schemas.openxmlformats.org/officeDocument/2006/relationships/slide" Target="/ppt/slides/slide3.xml" Id="Rd177c1dd7fdb4ad2" /><Relationship Type="http://schemas.openxmlformats.org/officeDocument/2006/relationships/slide" Target="/ppt/slides/slide4.xml" Id="R6fae775e47fb4b69" /><Relationship Type="http://schemas.openxmlformats.org/officeDocument/2006/relationships/slide" Target="/ppt/slides/slide5.xml" Id="Rb2ec581455444b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b2fad1de7648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ced23367484632" /><Relationship Type="http://schemas.openxmlformats.org/officeDocument/2006/relationships/notesMaster" Target="/ppt/notesMasters/notesMaster1.xml" Id="R6a27aafc91bb4c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bfbb95dbc64c8d" /><Relationship Type="http://schemas.openxmlformats.org/officeDocument/2006/relationships/notesMaster" Target="/ppt/notesMasters/notesMaster1.xml" Id="Rb5dbf0a8a1db4b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972d275bea4d12" /><Relationship Type="http://schemas.openxmlformats.org/officeDocument/2006/relationships/notesMaster" Target="/ppt/notesMasters/notesMaster1.xml" Id="Rd25dc50e350b4f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c1b4517b0943b6" /><Relationship Type="http://schemas.openxmlformats.org/officeDocument/2006/relationships/notesMaster" Target="/ppt/notesMasters/notesMaster1.xml" Id="R31450610e3594d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1eb7d95ba74981" /><Relationship Type="http://schemas.openxmlformats.org/officeDocument/2006/relationships/notesMaster" Target="/ppt/notesMasters/notesMaster1.xml" Id="R6ee97202dc5747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659e1a6064e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683f7b5ddf48f3" /><Relationship Type="http://schemas.openxmlformats.org/officeDocument/2006/relationships/slideLayout" Target="/ppt/slideLayouts/slideLayout1.xml" Id="Rdf19e3f840ca44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9e3f840ca44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434d1cfe0408a" /><Relationship Type="http://schemas.openxmlformats.org/officeDocument/2006/relationships/notesSlide" Target="/ppt/notesSlides/notesSlide1.xml" Id="R2036872e0a7348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1b130b2324570" /><Relationship Type="http://schemas.openxmlformats.org/officeDocument/2006/relationships/notesSlide" Target="/ppt/notesSlides/notesSlide2.xml" Id="R942dfdfb4c7646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70b00daa14052" /><Relationship Type="http://schemas.openxmlformats.org/officeDocument/2006/relationships/notesSlide" Target="/ppt/notesSlides/notesSlide3.xml" Id="R852eb7b5a625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e0de8603545f6" /><Relationship Type="http://schemas.openxmlformats.org/officeDocument/2006/relationships/notesSlide" Target="/ppt/notesSlides/notesSlide4.xml" Id="Rf217fbadfa2647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99744ef6148b6" /><Relationship Type="http://schemas.openxmlformats.org/officeDocument/2006/relationships/notesSlide" Target="/ppt/notesSlides/notesSlide5.xml" Id="R7b1909deb10545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81F66A46-45F2-40F0-98FF-D730FE8A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DEMO DAY  |  v1.0.0</a:t>
            </a:r>
          </a:p>
        </p:txBody>
      </p:sp>
      <p:sp>
        <p:nvSpPr>
          <p:cNvPr id="2" name="title-main">
            <a:extLst xmlns:a="http://schemas.openxmlformats.org/drawingml/2006/main">
              <a:ext uri="{FF2B5EF4-FFF2-40B4-BE49-F238E27FC236}">
                <a16:creationId xmlns:a16="http://schemas.microsoft.com/office/drawing/2014/main" id="{9C157FAB-5840-479F-ACC6-028841B3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Personal Expense
Tracker MCP</a:t>
            </a:r>
          </a:p>
        </p:txBody>
      </p:sp>
      <p:sp>
        <p:nvSpPr>
          <p:cNvPr id="3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5AB58A8E-84DC-43FB-ABC8-9D44746E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85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Five safe tools. One local CSV.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F670326-84C5-4FB7-ACCB-37AFDDBB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5A8E37C8-22DB-47F0-A8F5-BCC629A4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927016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CF866393-097B-45FC-8D04-3088FEE5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049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Expense records should be simple and safe</a:t>
            </a:r>
          </a:p>
        </p:txBody>
      </p:sp>
      <p:sp>
        <p:nvSpPr>
          <p:cNvPr id="2" name="problem-left-panel">
            <a:extLst xmlns:a="http://schemas.openxmlformats.org/drawingml/2006/main">
              <a:ext uri="{FF2B5EF4-FFF2-40B4-BE49-F238E27FC236}">
                <a16:creationId xmlns:a16="http://schemas.microsoft.com/office/drawing/2014/main" id="{E9A85A61-78D9-486E-85DC-BABD018C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" name="problem-right-panel">
            <a:extLst xmlns:a="http://schemas.openxmlformats.org/drawingml/2006/main">
              <a:ext uri="{FF2B5EF4-FFF2-40B4-BE49-F238E27FC236}">
                <a16:creationId xmlns:a16="http://schemas.microsoft.com/office/drawing/2014/main" id="{7A537973-AE3F-42CC-B65B-6BFEA47A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505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solidFill>
              <a:srgbClr val="DDF3FC"/>
            </a:solidFill>
            <a:prstDash val="solid"/>
          </a:ln>
        </p:spPr>
      </p:sp>
      <p:sp>
        <p:nvSpPr>
          <p:cNvPr id="4" name="problem-left-heading">
            <a:extLst xmlns:a="http://schemas.openxmlformats.org/drawingml/2006/main">
              <a:ext uri="{FF2B5EF4-FFF2-40B4-BE49-F238E27FC236}">
                <a16:creationId xmlns:a16="http://schemas.microsoft.com/office/drawing/2014/main" id="{3188A05C-FAA0-4D01-993A-769BC0F9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4572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5" name="problem-left-body">
            <a:extLst xmlns:a="http://schemas.openxmlformats.org/drawingml/2006/main">
              <a:ext uri="{FF2B5EF4-FFF2-40B4-BE49-F238E27FC236}">
                <a16:creationId xmlns:a16="http://schemas.microsoft.com/office/drawing/2014/main" id="{C6820939-CFF3-4492-88C0-9B1B59A8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44767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- Notes are easy to lose
- Totals take manual work
- A powerful assistant can do too much</a:t>
            </a:r>
          </a:p>
        </p:txBody>
      </p:sp>
      <p:sp>
        <p:nvSpPr>
          <p:cNvPr id="6" name="problem-right-heading">
            <a:extLst xmlns:a="http://schemas.openxmlformats.org/drawingml/2006/main">
              <a:ext uri="{FF2B5EF4-FFF2-40B4-BE49-F238E27FC236}">
                <a16:creationId xmlns:a16="http://schemas.microsoft.com/office/drawing/2014/main" id="{12ED78FB-DAFE-4FC1-8CF1-898939EA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572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answer</a:t>
            </a:r>
          </a:p>
        </p:txBody>
      </p:sp>
      <p:sp>
        <p:nvSpPr>
          <p:cNvPr id="7" name="problem-right-body">
            <a:extLst xmlns:a="http://schemas.openxmlformats.org/drawingml/2006/main">
              <a:ext uri="{FF2B5EF4-FFF2-40B4-BE49-F238E27FC236}">
                <a16:creationId xmlns:a16="http://schemas.microsoft.com/office/drawing/2014/main" id="{B15A1581-CCA2-432C-971E-8622025E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4572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- Five focused MCP tools
- Strict checks before each action
- One fixed local expense file</a:t>
            </a:r>
          </a:p>
        </p:txBody>
      </p:sp>
      <p:sp>
        <p:nvSpPr>
          <p:cNvPr id="8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46D3FCD2-E8C8-4A3A-BF19-5863FDC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46478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50EBE7D6-724B-4F66-AD7C-63F050A7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049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Every request follows one safe path</a:t>
            </a:r>
          </a:p>
        </p:txBody>
      </p:sp>
      <p:cxnSp>
        <p:nvCxnSpPr>
          <p:cNvPr id="24" name="architecture-arrow-1"/>
          <p:cNvCxnSpPr/>
          <p:nvPr/>
        </p:nvCxnSpPr>
        <p:spPr>
          <a:xfrm xmlns:a="http://schemas.openxmlformats.org/drawingml/2006/main">
            <a:off x="2286000" y="3238500"/>
            <a:ext cx="3048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5" name="architecture-arrow-2"/>
          <p:cNvCxnSpPr/>
          <p:nvPr/>
        </p:nvCxnSpPr>
        <p:spPr>
          <a:xfrm xmlns:a="http://schemas.openxmlformats.org/drawingml/2006/main">
            <a:off x="4514850" y="3238500"/>
            <a:ext cx="3048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6" name="architecture-arrow-3"/>
          <p:cNvCxnSpPr/>
          <p:nvPr/>
        </p:nvCxnSpPr>
        <p:spPr>
          <a:xfrm xmlns:a="http://schemas.openxmlformats.org/drawingml/2006/main">
            <a:off x="6743700" y="3238500"/>
            <a:ext cx="3048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7" name="architecture-arrow-4"/>
          <p:cNvCxnSpPr/>
          <p:nvPr/>
        </p:nvCxnSpPr>
        <p:spPr>
          <a:xfrm xmlns:a="http://schemas.openxmlformats.org/drawingml/2006/main">
            <a:off x="8972550" y="3238500"/>
            <a:ext cx="3048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870CCB36-9E92-4F10-AD3E-58F3553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847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rchitecture-node-heading-1">
            <a:extLst xmlns:a="http://schemas.openxmlformats.org/drawingml/2006/main">
              <a:ext uri="{FF2B5EF4-FFF2-40B4-BE49-F238E27FC236}">
                <a16:creationId xmlns:a16="http://schemas.microsoft.com/office/drawing/2014/main" id="{BF420C75-00D1-4AD1-90F7-9387DC1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543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MCP client</a:t>
            </a:r>
          </a:p>
        </p:txBody>
      </p:sp>
      <p:sp>
        <p:nvSpPr>
          <p:cNvPr id="8" name="architecture-node-detail-1">
            <a:extLst xmlns:a="http://schemas.openxmlformats.org/drawingml/2006/main">
              <a:ext uri="{FF2B5EF4-FFF2-40B4-BE49-F238E27FC236}">
                <a16:creationId xmlns:a16="http://schemas.microsoft.com/office/drawing/2014/main" id="{0BCF2074-B5F2-4376-81F5-0810942C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543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Normal request</a:t>
            </a:r>
          </a:p>
        </p:txBody>
      </p:sp>
      <p:sp>
        <p:nvSpPr>
          <p:cNvPr id="9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6D17F531-90EF-4BD3-ABB0-C01D51E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57450"/>
            <a:ext cx="1847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architecture-node-heading-2">
            <a:extLst xmlns:a="http://schemas.openxmlformats.org/drawingml/2006/main">
              <a:ext uri="{FF2B5EF4-FFF2-40B4-BE49-F238E27FC236}">
                <a16:creationId xmlns:a16="http://schemas.microsoft.com/office/drawing/2014/main" id="{C734D11A-E791-4D6B-8D9A-F832A19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1543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Zod schemas</a:t>
            </a:r>
          </a:p>
        </p:txBody>
      </p:sp>
      <p:sp>
        <p:nvSpPr>
          <p:cNvPr id="11" name="architecture-node-detail-2">
            <a:extLst xmlns:a="http://schemas.openxmlformats.org/drawingml/2006/main">
              <a:ext uri="{FF2B5EF4-FFF2-40B4-BE49-F238E27FC236}">
                <a16:creationId xmlns:a16="http://schemas.microsoft.com/office/drawing/2014/main" id="{839425BC-CE52-4812-A27A-3DF270B6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90900"/>
            <a:ext cx="1543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Validate input</a:t>
            </a:r>
          </a:p>
        </p:txBody>
      </p:sp>
      <p:sp>
        <p:nvSpPr>
          <p:cNvPr id="12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477BAD8E-C97B-4E56-9E22-9BBFEDF1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1847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architecture-node-heading-3">
            <a:extLst xmlns:a="http://schemas.openxmlformats.org/drawingml/2006/main">
              <a:ext uri="{FF2B5EF4-FFF2-40B4-BE49-F238E27FC236}">
                <a16:creationId xmlns:a16="http://schemas.microsoft.com/office/drawing/2014/main" id="{84E781B0-8C76-4C2C-901C-203BED18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1543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941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Expense tools</a:t>
            </a:r>
          </a:p>
        </p:txBody>
      </p:sp>
      <p:sp>
        <p:nvSpPr>
          <p:cNvPr id="14" name="architecture-node-detail-3">
            <a:extLst xmlns:a="http://schemas.openxmlformats.org/drawingml/2006/main">
              <a:ext uri="{FF2B5EF4-FFF2-40B4-BE49-F238E27FC236}">
                <a16:creationId xmlns:a16="http://schemas.microsoft.com/office/drawing/2014/main" id="{BCBC7D86-8A93-40E3-811C-9E888AC6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1543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One action</a:t>
            </a:r>
          </a:p>
        </p:txBody>
      </p:sp>
      <p:sp>
        <p:nvSpPr>
          <p:cNvPr id="15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687021CB-9E2C-4A14-94C8-C4FA3EEB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57450"/>
            <a:ext cx="1847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architecture-node-heading-4">
            <a:extLst xmlns:a="http://schemas.openxmlformats.org/drawingml/2006/main">
              <a:ext uri="{FF2B5EF4-FFF2-40B4-BE49-F238E27FC236}">
                <a16:creationId xmlns:a16="http://schemas.microsoft.com/office/drawing/2014/main" id="{85A62E41-3D6D-441F-AC1C-81451C04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543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Data logic</a:t>
            </a:r>
          </a:p>
        </p:txBody>
      </p:sp>
      <p:sp>
        <p:nvSpPr>
          <p:cNvPr id="17" name="architecture-node-detail-4">
            <a:extLst xmlns:a="http://schemas.openxmlformats.org/drawingml/2006/main">
              <a:ext uri="{FF2B5EF4-FFF2-40B4-BE49-F238E27FC236}">
                <a16:creationId xmlns:a16="http://schemas.microsoft.com/office/drawing/2014/main" id="{0A07FF97-8954-4FEA-9E7E-DE88F18C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1543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Safe read/write</a:t>
            </a:r>
          </a:p>
        </p:txBody>
      </p:sp>
      <p:sp>
        <p:nvSpPr>
          <p:cNvPr id="18" name="architecture-node-5">
            <a:extLst xmlns:a="http://schemas.openxmlformats.org/drawingml/2006/main">
              <a:ext uri="{FF2B5EF4-FFF2-40B4-BE49-F238E27FC236}">
                <a16:creationId xmlns:a16="http://schemas.microsoft.com/office/drawing/2014/main" id="{E3C66446-BA2B-463A-8D56-42B7063A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847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architecture-node-heading-5">
            <a:extLst xmlns:a="http://schemas.openxmlformats.org/drawingml/2006/main">
              <a:ext uri="{FF2B5EF4-FFF2-40B4-BE49-F238E27FC236}">
                <a16:creationId xmlns:a16="http://schemas.microsoft.com/office/drawing/2014/main" id="{89E9C657-9006-4EBF-917F-FD69D775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1543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expenses.csv</a:t>
            </a:r>
          </a:p>
        </p:txBody>
      </p:sp>
      <p:sp>
        <p:nvSpPr>
          <p:cNvPr id="20" name="architecture-node-detail-5">
            <a:extLst xmlns:a="http://schemas.openxmlformats.org/drawingml/2006/main">
              <a:ext uri="{FF2B5EF4-FFF2-40B4-BE49-F238E27FC236}">
                <a16:creationId xmlns:a16="http://schemas.microsoft.com/office/drawing/2014/main" id="{533ED6B2-D02A-4063-83F8-D34721E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90900"/>
            <a:ext cx="1543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Fixed local file</a:t>
            </a:r>
          </a:p>
        </p:txBody>
      </p:sp>
      <p:sp>
        <p:nvSpPr>
          <p:cNvPr id="21" name="architecture-footer-note">
            <a:extLst xmlns:a="http://schemas.openxmlformats.org/drawingml/2006/main">
              <a:ext uri="{FF2B5EF4-FFF2-40B4-BE49-F238E27FC236}">
                <a16:creationId xmlns:a16="http://schemas.microsoft.com/office/drawing/2014/main" id="{08BC0731-F4AD-48AC-88B2-1F7C8EC7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71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Fixed path  |  validated rows  |  queued writes  |  short safe errors</a:t>
            </a:r>
          </a:p>
        </p:txBody>
      </p:sp>
      <p:sp>
        <p:nvSpPr>
          <p:cNvPr id="2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6360E34D-862A-4B44-9A02-CE49C0A1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51421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216D4CB7-5912-4F1B-A9B6-2F8197E7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049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Five tools cover the full expense flow</a:t>
            </a:r>
          </a:p>
        </p:txBody>
      </p:sp>
      <p:sp>
        <p:nvSpPr>
          <p:cNvPr id="2" name="tools-intro">
            <a:extLst xmlns:a="http://schemas.openxmlformats.org/drawingml/2006/main">
              <a:ext uri="{FF2B5EF4-FFF2-40B4-BE49-F238E27FC236}">
                <a16:creationId xmlns:a16="http://schemas.microsoft.com/office/drawing/2014/main" id="{3054F90E-905B-44E3-8595-FC97C86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permissions stay small even when client input is strange or repeated.</a:t>
            </a:r>
          </a:p>
        </p:txBody>
      </p:sp>
      <p:graphicFrame>
        <p:nvGraphicFramePr>
          <p:cNvPr id="8" name="tools-table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401425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5429250"/>
                <a:gridCol w="2495550"/>
              </a:tblGrid>
              <a:tr h="631825">
                <a:tc>
                  <a:txBody>
                    <a:bodyPr/>
                    <a:lstStyle/>
                    <a:p>
                      <a:r>
                        <a:t>Tool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Main job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Permission</a:t>
                      </a:r>
                    </a:p>
                  </a:txBody>
                  <a:tcPr marL="91440" marR="91440" marT="45720" marB="45720"/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add_expense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Save one validated expense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Write one</a:t>
                      </a:r>
                    </a:p>
                  </a:txBody>
                  <a:tcPr marL="91440" marR="91440" marT="45720" marB="45720"/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list_expenses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Return a bounded filtered list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 only</a:t>
                      </a:r>
                    </a:p>
                  </a:txBody>
                  <a:tcPr marL="91440" marR="91440" marT="45720" marB="45720"/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get_spending_summary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Calculate totals by category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 only</a:t>
                      </a:r>
                    </a:p>
                  </a:txBody>
                  <a:tcPr marL="91440" marR="91440" marT="45720" marB="45720"/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update_expense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Change one matching 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Modify one</a:t>
                      </a:r>
                    </a:p>
                  </a:txBody>
                  <a:tcPr marL="91440" marR="91440" marT="45720" marB="45720"/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delete_expense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Remove one matching 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Delete one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tools-accent-rule">
            <a:extLst xmlns:a="http://schemas.openxmlformats.org/drawingml/2006/main">
              <a:ext uri="{FF2B5EF4-FFF2-40B4-BE49-F238E27FC236}">
                <a16:creationId xmlns:a16="http://schemas.microsoft.com/office/drawing/2014/main" id="{B5F93E05-B147-4C34-83E2-D03C5BE2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14014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1116C53D-845C-4672-ADCD-9433F97A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82171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ext-eyebrow">
            <a:extLst xmlns:a="http://schemas.openxmlformats.org/drawingml/2006/main">
              <a:ext uri="{FF2B5EF4-FFF2-40B4-BE49-F238E27FC236}">
                <a16:creationId xmlns:a16="http://schemas.microsoft.com/office/drawing/2014/main" id="{B698D1C6-2651-4C27-99C5-F4D1700A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NEXT STEPS</a:t>
            </a:r>
          </a:p>
        </p:txBody>
      </p:sp>
      <p:sp>
        <p:nvSpPr>
          <p:cNvPr id="2" name="next-main">
            <a:extLst xmlns:a="http://schemas.openxmlformats.org/drawingml/2006/main">
              <a:ext uri="{FF2B5EF4-FFF2-40B4-BE49-F238E27FC236}">
                <a16:creationId xmlns:a16="http://schemas.microsoft.com/office/drawing/2014/main" id="{56511422-6B9A-4BFA-A941-1110F65B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1437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5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Keep the safe
local core</a:t>
            </a:r>
          </a:p>
        </p:txBody>
      </p:sp>
      <p:sp>
        <p:nvSpPr>
          <p:cNvPr id="3" name="next-list">
            <a:extLst xmlns:a="http://schemas.openxmlformats.org/drawingml/2006/main">
              <a:ext uri="{FF2B5EF4-FFF2-40B4-BE49-F238E27FC236}">
                <a16:creationId xmlns:a16="http://schemas.microsoft.com/office/drawing/2014/main" id="{6B434381-7D63-471E-8AEF-00831E6F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6191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Encrypted backup, only when chosen
Clear spending charts
Safe CSV import preview</a:t>
            </a:r>
          </a:p>
        </p:txBody>
      </p:sp>
      <p:sp>
        <p:nvSpPr>
          <p:cNvPr id="4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ED58B02B-CFAF-46EF-B9A1-1E5BF0B7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questions-text">
            <a:extLst xmlns:a="http://schemas.openxmlformats.org/drawingml/2006/main">
              <a:ext uri="{FF2B5EF4-FFF2-40B4-BE49-F238E27FC236}">
                <a16:creationId xmlns:a16="http://schemas.microsoft.com/office/drawing/2014/main" id="{0E67E819-D4D3-4276-983F-2CC03342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57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Ready for
questions</a:t>
            </a:r>
          </a:p>
        </p:txBody>
      </p:sp>
      <p:sp>
        <p:nvSpPr>
          <p:cNvPr id="6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7E3F7743-BA94-474A-A6E3-EFC19A55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0020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2026-08-22T15:53:28.1230000Z</dcterms:created>
  <dcterms:modified xsi:type="dcterms:W3CDTF">2026-08-22T15:53:28.1230000Z</dcterms:modified>
</coreProperties>
</file>